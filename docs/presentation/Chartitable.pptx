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we're [team]. This is Chartitable. Not charitable. Chart-it-able. If your donation does something good, you should be able to chart it. Not with an actual chart. It's a pun.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give $[X]. I go back a month later and nothing has changed. Where did my money go? Black hole.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biggest problems charities have is donor retention. According to the Fundraising Effectiveness Project, only 43.3% of donors gave again the next year, so more than half never come back. The bucket leaks because donors never see what happened next. Source: https://publications.fepreports.org/archive/2025-q4/retention-time-series/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Chartitable closes that loop. After you give, you see what your money did, and the charity gets an easy way to show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Okay, let me show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Donors stay when they can see the impact. Chartitable makes your giving chart-it-able. Thank you. Please clap. Please fund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G1a" Type="http://schemas.openxmlformats.org/officeDocument/2006/relationships/image" Target="../media/g1-bucket.png"/><Relationship Id="rIdG1d" Type="http://schemas.openxmlformats.org/officeDocument/2006/relationships/image" Target="../media/g1-fep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G1b" Type="http://schemas.openxmlformats.org/officeDocument/2006/relationships/image" Target="../media/g1-window.png"/><Relationship Id="rIdG1c" Type="http://schemas.openxmlformats.org/officeDocument/2006/relationships/image" Target="../media/g1-sun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g2-cursor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2" Type="http://schemas.openxmlformats.org/officeDocument/2006/relationships/image" Target="../media/g2-king.png"/><Relationship Id="rId4" Type="http://schemas.openxmlformats.org/officeDocument/2006/relationships/image" Target="../media/g2-hole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MS Paint doo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decorative MS Paint doo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0"/>
            <a:ext cx="2011680" cy="1463040"/>
          </a:xfrm>
          <a:prstGeom prst="rect">
            <a:avLst/>
          </a:prstGeom>
        </p:spPr>
      </p:pic>
      <p:pic>
        <p:nvPicPr>
          <p:cNvPr id="4" name="Image 2" descr="decorative MS Paint doo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5257800"/>
            <a:ext cx="2011680" cy="1463040"/>
          </a:xfrm>
          <a:prstGeom prst="rect">
            <a:avLst/>
          </a:prstGeom>
        </p:spPr>
      </p:pic>
      <p:pic>
        <p:nvPicPr>
          <p:cNvPr id="5" name="Image 3" descr="decorative MS Paint doo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7818120" y="1051560"/>
            <a:ext cx="3840480" cy="36576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 rot="-240000">
            <a:off x="640080" y="105156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ln w="25400">
                  <a:solidFill>
                    <a:srgbClr val="000000"/>
                  </a:solidFill>
                </a:ln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Chartitable</a:t>
            </a:r>
            <a:endParaRPr lang="en-US" sz="8800" dirty="0"/>
          </a:p>
        </p:txBody>
      </p:sp>
      <p:sp>
        <p:nvSpPr>
          <p:cNvPr id="7" name="Text 1"/>
          <p:cNvSpPr/>
          <p:nvPr/>
        </p:nvSpPr>
        <p:spPr>
          <a:xfrm rot="180000">
            <a:off x="1188720" y="2514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(</a:t>
            </a:r>
            <a:r>
              <a:rPr lang="en-US" sz="3200" b="1" dirty="0">
                <a:solidFill>
                  <a:srgbClr val="FF8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c</a:t>
            </a:r>
            <a:r>
              <a:rPr lang="en-US" sz="3200" b="1" dirty="0">
                <a:solidFill>
                  <a:srgbClr val="00C8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h</a:t>
            </a:r>
            <a:r>
              <a:rPr lang="en-US" sz="32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a</a:t>
            </a:r>
            <a:r>
              <a:rPr lang="en-US" sz="3200" b="1" dirty="0">
                <a:solidFill>
                  <a:srgbClr val="8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r</a:t>
            </a:r>
            <a:r>
              <a:rPr lang="en-US" sz="3200" b="1" dirty="0">
                <a:solidFill>
                  <a:srgbClr val="FF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t</a:t>
            </a:r>
            <a:r>
              <a:rPr lang="en-US" sz="32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-</a:t>
            </a:r>
            <a:r>
              <a:rPr lang="en-US" sz="3200" b="1" dirty="0">
                <a:solidFill>
                  <a:srgbClr val="FF8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i</a:t>
            </a:r>
            <a:r>
              <a:rPr lang="en-US" sz="3200" b="1" dirty="0">
                <a:solidFill>
                  <a:srgbClr val="00C8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t</a:t>
            </a:r>
            <a:r>
              <a:rPr lang="en-US" sz="32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-</a:t>
            </a:r>
            <a:r>
              <a:rPr lang="en-US" sz="3200" b="1" dirty="0">
                <a:solidFill>
                  <a:srgbClr val="8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a</a:t>
            </a:r>
            <a:r>
              <a:rPr lang="en-US" sz="3200" b="1" dirty="0">
                <a:solidFill>
                  <a:srgbClr val="FF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b</a:t>
            </a:r>
            <a:r>
              <a:rPr lang="en-US" sz="32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l</a:t>
            </a:r>
            <a:r>
              <a:rPr lang="en-US" sz="3200" b="1" dirty="0">
                <a:solidFill>
                  <a:srgbClr val="FF8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e</a:t>
            </a:r>
            <a:r>
              <a:rPr lang="en-US" sz="3200" b="1" dirty="0">
                <a:solidFill>
                  <a:srgbClr val="00C8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)</a:t>
            </a:r>
            <a:endParaRPr lang="en-US" sz="3200" dirty="0"/>
          </a:p>
        </p:txBody>
      </p:sp>
      <p:sp>
        <p:nvSpPr>
          <p:cNvPr id="8" name="Text 2"/>
          <p:cNvSpPr/>
          <p:nvPr/>
        </p:nvSpPr>
        <p:spPr>
          <a:xfrm rot="-120000">
            <a:off x="3840480" y="429768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if ur donation does good,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u should be able to CHART IT</a:t>
            </a:r>
            <a:endParaRPr lang="en-US" sz="2600" dirty="0"/>
          </a:p>
        </p:txBody>
      </p:sp>
      <p:sp>
        <p:nvSpPr>
          <p:cNvPr id="9" name="Text 3"/>
          <p:cNvSpPr/>
          <p:nvPr/>
        </p:nvSpPr>
        <p:spPr>
          <a:xfrm rot="-180000">
            <a:off x="9144000" y="6355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graphic design is my passion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274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where does my money go??</a:t>
            </a:r>
            <a:endParaRPr lang="en-US" sz="4400" dirty="0"/>
          </a:p>
        </p:txBody>
      </p:sp>
      <p:pic>
        <p:nvPicPr>
          <p:cNvPr id="3" name="Image 0" descr="decorative MS Paint doo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24128"/>
            <a:ext cx="5120640" cy="411480"/>
          </a:xfrm>
          <a:prstGeom prst="rect">
            <a:avLst/>
          </a:prstGeom>
        </p:spPr>
      </p:pic>
      <p:pic>
        <p:nvPicPr>
          <p:cNvPr id="4" name="Image 1" descr="decorative MS Paint doo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00200"/>
            <a:ext cx="365760" cy="4937760"/>
          </a:xfrm>
          <a:prstGeom prst="rect">
            <a:avLst/>
          </a:prstGeom>
        </p:spPr>
      </p:pic>
      <p:pic>
        <p:nvPicPr>
          <p:cNvPr id="5" name="Image 2" descr="decorative MS Paint doo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240280"/>
            <a:ext cx="1828800" cy="3108960"/>
          </a:xfrm>
          <a:prstGeom prst="rect">
            <a:avLst/>
          </a:prstGeom>
        </p:spPr>
      </p:pic>
      <p:pic>
        <p:nvPicPr>
          <p:cNvPr id="6" name="Image 3" descr="decorative MS Paint doo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480000">
            <a:off x="1874520" y="2057400"/>
            <a:ext cx="2377440" cy="1463040"/>
          </a:xfrm>
          <a:prstGeom prst="rect">
            <a:avLst/>
          </a:prstGeom>
        </p:spPr>
      </p:pic>
      <p:pic>
        <p:nvPicPr>
          <p:cNvPr id="7" name="Image 4" descr="decorative MS Paint dood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2331720"/>
            <a:ext cx="2834640" cy="283464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 rot="240000">
            <a:off x="2788920" y="52578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CHARITY WEBSITE</a:t>
            </a:r>
            <a:endParaRPr lang="en-US" sz="2600" dirty="0"/>
          </a:p>
        </p:txBody>
      </p:sp>
      <p:sp>
        <p:nvSpPr>
          <p:cNvPr id="9" name="Text 2"/>
          <p:cNvSpPr/>
          <p:nvPr/>
        </p:nvSpPr>
        <p:spPr>
          <a:xfrm rot="-300000">
            <a:off x="365760" y="5440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*donates*</a:t>
            </a:r>
            <a:endParaRPr lang="en-US" sz="2000" dirty="0"/>
          </a:p>
        </p:txBody>
      </p:sp>
      <p:pic>
        <p:nvPicPr>
          <p:cNvPr id="10" name="Image 5" descr="decorative MS Paint doo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2240280"/>
            <a:ext cx="1828800" cy="3108960"/>
          </a:xfrm>
          <a:prstGeom prst="rect">
            <a:avLst/>
          </a:prstGeom>
        </p:spPr>
      </p:pic>
      <p:pic>
        <p:nvPicPr>
          <p:cNvPr id="11" name="Image 6" descr="decorative MS Paint dood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720000">
            <a:off x="8092440" y="1691640"/>
            <a:ext cx="822960" cy="1005840"/>
          </a:xfrm>
          <a:prstGeom prst="rect">
            <a:avLst/>
          </a:prstGeom>
        </p:spPr>
      </p:pic>
      <p:pic>
        <p:nvPicPr>
          <p:cNvPr id="12" name="Image 7" descr="decorative MS Paint dood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6840" y="2331720"/>
            <a:ext cx="2834640" cy="283464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 rot="-180000">
            <a:off x="8823960" y="52578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CHARITY WEBSITE</a:t>
            </a:r>
            <a:endParaRPr lang="en-US" sz="2600" dirty="0"/>
          </a:p>
        </p:txBody>
      </p:sp>
      <p:sp>
        <p:nvSpPr>
          <p:cNvPr id="14" name="Text 4"/>
          <p:cNvSpPr/>
          <p:nvPr/>
        </p:nvSpPr>
        <p:spPr>
          <a:xfrm rot="180000">
            <a:off x="6583680" y="1234440"/>
            <a:ext cx="4206240" cy="640080"/>
          </a:xfrm>
          <a:prstGeom prst="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1 MONTH LATER</a:t>
            </a:r>
            <a:endParaRPr lang="en-US" sz="3400" dirty="0"/>
          </a:p>
        </p:txBody>
      </p:sp>
      <p:sp>
        <p:nvSpPr>
          <p:cNvPr id="15" name="Text 5"/>
          <p:cNvSpPr/>
          <p:nvPr/>
        </p:nvSpPr>
        <p:spPr>
          <a:xfrm rot="240000">
            <a:off x="6400800" y="5440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...hello??</a:t>
            </a:r>
            <a:endParaRPr lang="en-US" sz="2000" dirty="0"/>
          </a:p>
        </p:txBody>
      </p:sp>
      <p:sp>
        <p:nvSpPr>
          <p:cNvPr id="16" name="Text 6"/>
          <p:cNvSpPr/>
          <p:nvPr/>
        </p:nvSpPr>
        <p:spPr>
          <a:xfrm rot="-180000">
            <a:off x="9144000" y="6355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graphic design is my passion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2743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the bucket is LEAKING</a:t>
            </a:r>
            <a:endParaRPr lang="en-US" sz="4400" dirty="0"/>
          </a:p>
        </p:txBody>
      </p:sp>
      <p:pic>
        <p:nvPicPr>
          <p:cNvPr id="3" name="Image 0" descr="decorative MS Paint doo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24128"/>
            <a:ext cx="5486400" cy="411480"/>
          </a:xfrm>
          <a:prstGeom prst="rect">
            <a:avLst/>
          </a:prstGeom>
        </p:spPr>
      </p:pic>
      <p:pic>
        <p:nvPicPr>
          <p:cNvPr id="4" name="Image 1" descr="decorative MS Paint doo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91440"/>
            <a:ext cx="1828800" cy="1371600"/>
          </a:xfrm>
          <a:prstGeom prst="rect">
            <a:avLst/>
          </a:prstGeom>
        </p:spPr>
      </p:pic>
      <p:pic>
        <p:nvPicPr>
          <p:cNvPr id="20" name="Leaky bucket">    </p:cNvPr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320040" y="1371600"/>
            <a:ext cx="4389120" cy="3511296"/>
          </a:xfrm>
          <a:prstGeom prst="rect">
            <a:avLst/>
          </a:prstGeom>
        </p:spPr>
      </p:pic>
      <p:pic>
        <p:nvPicPr>
          <p:cNvPr id="22" name="FEP retention chart screenshot" descr="Fundraising Effectiveness Project chart: year-to-date donor retention rates 2021-2025, 43.3% in 2025 (with joke CapCut.com and Activate Windows watermarks)">    </p:cNvPr>
          <p:cNvPicPr>
            <a:picLocks noChangeAspect="1"/>
          </p:cNvPicPr>
          <p:nvPr/>
        </p:nvPicPr>
        <p:blipFill>
          <a:blip r:embed="rIdG1d"/>
          <a:stretch>
            <a:fillRect/>
          </a:stretch>
        </p:blipFill>
        <p:spPr>
          <a:xfrm rot="-120000">
            <a:off x="5806440" y="1325880"/>
            <a:ext cx="6035040" cy="3694176"/>
          </a:xfrm>
          <a:prstGeom prst="rect">
            <a:avLst/>
          </a:prstGeom>
          <a:ln w="28575">
            <a:solidFill>
              <a:srgbClr val="000000"/>
            </a:solidFill>
          </a:ln>
        </p:spPr>
      </p:pic>
      <p:sp>
        <p:nvSpPr>
          <p:cNvPr id="6" name="Text 2"/>
          <p:cNvSpPr/>
          <p:nvPr/>
        </p:nvSpPr>
        <p:spPr>
          <a:xfrm rot="-120000">
            <a:off x="502920" y="4937760"/>
            <a:ext cx="2468880" cy="1051560"/>
          </a:xfrm>
          <a:prstGeom prst="rect">
            <a:avLst/>
          </a:prstGeom>
          <a:solidFill>
            <a:srgbClr val="FFFF00"/>
          </a:solidFill>
          <a:ln w="5080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43.3%</a:t>
            </a:r>
            <a:endParaRPr lang="en-US" sz="5400" dirty="0"/>
          </a:p>
        </p:txBody>
      </p:sp>
      <p:sp>
        <p:nvSpPr>
          <p:cNvPr id="7" name="Text 3"/>
          <p:cNvSpPr/>
          <p:nvPr/>
        </p:nvSpPr>
        <p:spPr>
          <a:xfrm rot="-90000">
            <a:off x="3108960" y="5029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less than half of</a:t>
            </a:r>
            <a:endParaRPr lang="en-US" sz="2200" dirty="0"/>
          </a:p>
          <a:p>
            <a:pPr indent="0" marL="0">
              <a:buNone/>
            </a:pPr>
            <a:r>
              <a:rPr lang="en-US" sz="26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donors give again</a:t>
            </a:r>
            <a:endParaRPr lang="en-US" sz="2600" dirty="0"/>
          </a:p>
        </p:txBody>
      </p:sp>
      <p:sp>
        <p:nvSpPr>
          <p:cNvPr id="23" name="Source caption"/>
          <p:cNvSpPr/>
          <p:nvPr/>
        </p:nvSpPr>
        <p:spPr>
          <a:xfrm rot="-60000">
            <a:off x="5897880" y="5138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source: Fundraising Effectiveness Project, Q4 2025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 rot="-180000">
            <a:off x="9144000" y="6355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graphic design is my passion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80000">
            <a:off x="548640" y="2743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C8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THE FIX</a:t>
            </a:r>
            <a:endParaRPr lang="en-US" sz="4800" dirty="0"/>
          </a:p>
        </p:txBody>
      </p:sp>
      <p:pic>
        <p:nvPicPr>
          <p:cNvPr id="3" name="Image 0" descr="decorative MS Paint doo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347472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463040"/>
            <a:ext cx="3840480" cy="3657600"/>
          </a:xfrm>
          <a:prstGeom prst="line">
            <a:avLst/>
          </a:prstGeom>
          <a:noFill/>
          <a:ln w="177800">
            <a:solidFill>
              <a:srgbClr val="FF0000"/>
            </a:solidFill>
            <a:prstDash val="solid"/>
          </a:ln>
        </p:spPr>
      </p:sp>
      <p:pic>
        <p:nvPicPr>
          <p:cNvPr id="5" name="Image 1" descr="decorative MS Paint doo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743200"/>
            <a:ext cx="1645920" cy="914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 rot="120000">
            <a:off x="6309360" y="1371600"/>
            <a:ext cx="5303520" cy="3931920"/>
          </a:xfrm>
          <a:prstGeom prst="rect">
            <a:avLst/>
          </a:pr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 rot="120000">
            <a:off x="6309360" y="1371600"/>
            <a:ext cx="5303520" cy="502920"/>
          </a:xfrm>
          <a:prstGeom prst="rect">
            <a:avLst/>
          </a:prstGeom>
          <a:solidFill>
            <a:srgbClr val="0000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 rot="120000">
            <a:off x="6446520" y="13898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CHARTITABLE</a:t>
            </a:r>
            <a:endParaRPr lang="en-US" sz="2000" dirty="0"/>
          </a:p>
        </p:txBody>
      </p:sp>
      <p:pic>
        <p:nvPicPr>
          <p:cNvPr id="20" name="Window doodle">    </p:cNvPr>
          <p:cNvPicPr>
            <a:picLocks noChangeAspect="1"/>
          </p:cNvPicPr>
          <p:nvPr/>
        </p:nvPicPr>
        <p:blipFill>
          <a:blip r:embed="rIdG1b"/>
          <a:stretch>
            <a:fillRect/>
          </a:stretch>
        </p:blipFill>
        <p:spPr>
          <a:xfrm>
            <a:off x="6766560" y="2148840"/>
            <a:ext cx="4389120" cy="2560320"/>
          </a:xfrm>
          <a:prstGeom prst="rect">
            <a:avLst/>
          </a:prstGeom>
        </p:spPr>
      </p:pic>
      <p:pic>
        <p:nvPicPr>
          <p:cNvPr id="21" name="Smiley sun">    </p:cNvPr>
          <p:cNvPicPr>
            <a:picLocks noChangeAspect="1"/>
          </p:cNvPicPr>
          <p:nvPr/>
        </p:nvPicPr>
        <p:blipFill>
          <a:blip r:embed="rIdG1c"/>
          <a:stretch>
            <a:fillRect/>
          </a:stretch>
        </p:blipFill>
        <p:spPr>
          <a:xfrm>
            <a:off x="10378440" y="137160"/>
            <a:ext cx="1554480" cy="1554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 rot="-60000">
            <a:off x="914400" y="5486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you actually get to see what your money did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 rot="-180000">
            <a:off x="9144000" y="6355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graphic design is my passion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MS Paint doo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2377440" cy="1737360"/>
          </a:xfrm>
          <a:prstGeom prst="rect">
            <a:avLst/>
          </a:prstGeom>
        </p:spPr>
      </p:pic>
      <p:pic>
        <p:nvPicPr>
          <p:cNvPr id="3" name="Image 1" descr="decorative MS Paint doo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4572000"/>
            <a:ext cx="2377440" cy="1737360"/>
          </a:xfrm>
          <a:prstGeom prst="rect">
            <a:avLst/>
          </a:prstGeom>
        </p:spPr>
      </p:pic>
      <p:pic>
        <p:nvPicPr>
          <p:cNvPr id="4" name="Image 2" descr="decorative MS Paint doo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65760"/>
            <a:ext cx="2011680" cy="14630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 rot="-480000">
            <a:off x="914400" y="201168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D</a:t>
            </a: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FF8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E</a:t>
            </a: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00C8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M</a:t>
            </a: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O</a:t>
            </a: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 </a:t>
            </a: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8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T</a:t>
            </a: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FF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I</a:t>
            </a: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M</a:t>
            </a:r>
            <a:r>
              <a:rPr lang="en-US" sz="14000" b="1" dirty="0">
                <a:ln w="38100">
                  <a:solidFill>
                    <a:srgbClr val="000000"/>
                  </a:solidFill>
                </a:ln>
                <a:solidFill>
                  <a:srgbClr val="FF8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E</a:t>
            </a:r>
            <a:endParaRPr lang="en-US" sz="14000" dirty="0"/>
          </a:p>
        </p:txBody>
      </p:sp>
      <p:pic>
        <p:nvPicPr>
          <p:cNvPr id="6" name="Image 3" descr="decorative MS Paint doo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886200"/>
            <a:ext cx="1828800" cy="237744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 rot="-180000">
            <a:off x="9144000" y="6355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graphic design is my passion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decorative MS Paint doo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017520" cy="5102352"/>
          </a:xfrm>
          <a:prstGeom prst="rect">
            <a:avLst/>
          </a:prstGeom>
        </p:spPr>
      </p:pic>
      <p:pic>
        <p:nvPicPr>
          <p:cNvPr id="5" name="Image 3" descr="decorative MS Paint doo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297680"/>
            <a:ext cx="1920240" cy="192024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 rot="-180000">
            <a:off x="5120640" y="128016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Thank you.</a:t>
            </a:r>
            <a:endParaRPr lang="en-US" sz="5400" dirty="0"/>
          </a:p>
        </p:txBody>
      </p:sp>
      <p:sp>
        <p:nvSpPr>
          <p:cNvPr id="7" name="Text 1"/>
          <p:cNvSpPr/>
          <p:nvPr/>
        </p:nvSpPr>
        <p:spPr>
          <a:xfrm rot="120000">
            <a:off x="5394960" y="24688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P</a:t>
            </a:r>
            <a:r>
              <a:rPr lang="en-US" sz="5000" b="1" dirty="0">
                <a:solidFill>
                  <a:srgbClr val="FF8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l</a:t>
            </a:r>
            <a:r>
              <a:rPr lang="en-US" sz="5000" b="1" dirty="0">
                <a:solidFill>
                  <a:srgbClr val="00C8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e</a:t>
            </a:r>
            <a:r>
              <a:rPr lang="en-US" sz="50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a</a:t>
            </a:r>
            <a:r>
              <a:rPr lang="en-US" sz="5000" b="1" dirty="0">
                <a:solidFill>
                  <a:srgbClr val="8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s</a:t>
            </a:r>
            <a:r>
              <a:rPr lang="en-US" sz="5000" b="1" dirty="0">
                <a:solidFill>
                  <a:srgbClr val="FF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e</a:t>
            </a:r>
            <a:r>
              <a:rPr lang="en-US" sz="50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 </a:t>
            </a:r>
            <a:r>
              <a:rPr lang="en-US" sz="5000" b="1" dirty="0">
                <a:solidFill>
                  <a:srgbClr val="FF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c</a:t>
            </a:r>
            <a:r>
              <a:rPr lang="en-US" sz="5000" b="1" dirty="0">
                <a:solidFill>
                  <a:srgbClr val="FF8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l</a:t>
            </a:r>
            <a:r>
              <a:rPr lang="en-US" sz="5000" b="1" dirty="0">
                <a:solidFill>
                  <a:srgbClr val="00C8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a</a:t>
            </a:r>
            <a:r>
              <a:rPr lang="en-US" sz="50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p</a:t>
            </a:r>
            <a:r>
              <a:rPr lang="en-US" sz="5000" b="1" dirty="0">
                <a:solidFill>
                  <a:srgbClr val="8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.</a:t>
            </a:r>
            <a:endParaRPr lang="en-US" sz="5000" dirty="0"/>
          </a:p>
        </p:txBody>
      </p:sp>
      <p:sp>
        <p:nvSpPr>
          <p:cNvPr id="8" name="Text 2"/>
          <p:cNvSpPr/>
          <p:nvPr/>
        </p:nvSpPr>
        <p:spPr>
          <a:xfrm rot="-120000">
            <a:off x="5120640" y="365760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FF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Please fund us.</a:t>
            </a:r>
            <a:endParaRPr lang="en-US" sz="5400" dirty="0"/>
          </a:p>
        </p:txBody>
      </p:sp>
      <p:sp>
        <p:nvSpPr>
          <p:cNvPr id="9" name="Text 3"/>
          <p:cNvSpPr/>
          <p:nvPr/>
        </p:nvSpPr>
        <p:spPr>
          <a:xfrm rot="-180000">
            <a:off x="9144000" y="6355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mic Sans MS" pitchFamily="34" charset="0"/>
                <a:ea typeface="Comic Sans MS" pitchFamily="34" charset="-122"/>
                <a:cs typeface="Comic Sans MS" pitchFamily="34" charset="-120"/>
              </a:rPr>
              <a:t>graphic design is my passion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Chartitable</dc:title>
  <dc:subject>PptxGenJS Presentation</dc:subject>
  <dc:creator>Chartitable</dc:creator>
  <cp:lastModifiedBy>Chartitable</cp:lastModifiedBy>
  <cp:revision>1</cp:revision>
  <dcterms:created xsi:type="dcterms:W3CDTF">2026-10-24T17:22:04Z</dcterms:created>
  <dcterms:modified xsi:type="dcterms:W3CDTF">2026-10-24T17:22:04Z</dcterms:modified>
</cp:coreProperties>
</file>